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19599" y="2404110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561"/>
              </a:lnSpc>
              <a:buNone/>
            </a:pPr>
            <a:r>
              <a:rPr lang="en-US" sz="5249" dirty="0">
                <a:solidFill>
                  <a:srgbClr val="FFFFFF"/>
                </a:solidFill>
                <a:latin typeface="Barlow, sans-serif" pitchFamily="34" charset="0"/>
                <a:ea typeface="Barlow, sans-serif" pitchFamily="34" charset="-122"/>
                <a:cs typeface="Barlow, sans-serif" pitchFamily="34" charset="-120"/>
              </a:rPr>
              <a:t>Introduction to IP Addresses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6319599" y="4403765"/>
            <a:ext cx="7477601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IPv4 address is a 32-bit address that uniquely and universally defines the connection of a device (for example, a computer or a router) to the Internet. Two devices on the Internet can never have the same address at the same time.</a:t>
            </a:r>
            <a:endParaRPr lang="en-US" sz="1750" dirty="0"/>
          </a:p>
        </p:txBody>
      </p:sp>
      <p:pic>
        <p:nvPicPr>
          <p:cNvPr id="7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624376" y="879753"/>
            <a:ext cx="444388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IPv4 vs IPv6</a:t>
            </a:r>
            <a:endParaRPr lang="en-US" sz="437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76" y="2018467"/>
            <a:ext cx="4524137" cy="2796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5092184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IPv4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5572601"/>
            <a:ext cx="4524137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IPv4 is the fourth version of the Internet Protocol and uses a 32-bit address scheme. It is the most widely used IP protocol.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768" y="2018467"/>
            <a:ext cx="4524256" cy="27961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81768" y="5092303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IPv6</a:t>
            </a:r>
            <a:endParaRPr lang="en-US" sz="2187" dirty="0"/>
          </a:p>
        </p:txBody>
      </p:sp>
      <p:sp>
        <p:nvSpPr>
          <p:cNvPr id="10" name="Text 5"/>
          <p:cNvSpPr/>
          <p:nvPr/>
        </p:nvSpPr>
        <p:spPr>
          <a:xfrm>
            <a:off x="7481768" y="5572720"/>
            <a:ext cx="4524256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IPv6 is the latest version of the Internet Protocol and uses a 128-bit address scheme. It was developed to address the exhaustion of IPv4 addresses and provide additional features.</a:t>
            </a:r>
            <a:endParaRPr lang="en-US" sz="1750" dirty="0"/>
          </a:p>
        </p:txBody>
      </p:sp>
      <p:pic>
        <p:nvPicPr>
          <p:cNvPr id="11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7774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624376" y="3802737"/>
            <a:ext cx="934974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Binary Representation of IP Addresses</a:t>
            </a:r>
            <a:endParaRPr lang="en-US" sz="4374" dirty="0"/>
          </a:p>
        </p:txBody>
      </p:sp>
      <p:sp>
        <p:nvSpPr>
          <p:cNvPr id="6" name="Shape 2"/>
          <p:cNvSpPr/>
          <p:nvPr/>
        </p:nvSpPr>
        <p:spPr>
          <a:xfrm>
            <a:off x="2624376" y="4830366"/>
            <a:ext cx="4579739" cy="2373987"/>
          </a:xfrm>
          <a:prstGeom prst="roundRect">
            <a:avLst>
              <a:gd name="adj" fmla="val 4212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60358" y="5066348"/>
            <a:ext cx="355854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Decimal to Binary Conversion</a:t>
            </a:r>
            <a:endParaRPr lang="en-US" sz="2187" dirty="0"/>
          </a:p>
        </p:txBody>
      </p:sp>
      <p:sp>
        <p:nvSpPr>
          <p:cNvPr id="8" name="Text 4"/>
          <p:cNvSpPr/>
          <p:nvPr/>
        </p:nvSpPr>
        <p:spPr>
          <a:xfrm>
            <a:off x="2860358" y="5546765"/>
            <a:ext cx="410777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IP addresses are represented in binary format for efficient computer processing. Each decimal number in an IP address is converted to an 8-bit binary number.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6285" y="4830366"/>
            <a:ext cx="4579739" cy="2373987"/>
          </a:xfrm>
          <a:prstGeom prst="roundRect">
            <a:avLst>
              <a:gd name="adj" fmla="val 4212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662267" y="5066348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Example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7662267" y="5546765"/>
            <a:ext cx="4107775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example, the decimal number 128 is represented as 10000000 in binary form.</a:t>
            </a:r>
            <a:endParaRPr lang="en-US" sz="1750" dirty="0"/>
          </a:p>
        </p:txBody>
      </p:sp>
      <p:pic>
        <p:nvPicPr>
          <p:cNvPr id="12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1524"/>
          </a:solidFill>
          <a:ln/>
        </p:spPr>
      </p:sp>
      <p:sp>
        <p:nvSpPr>
          <p:cNvPr id="5" name="Text 2"/>
          <p:cNvSpPr/>
          <p:nvPr/>
        </p:nvSpPr>
        <p:spPr>
          <a:xfrm>
            <a:off x="2624376" y="2347317"/>
            <a:ext cx="791718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Subnet Masks and CIDR Notation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2624376" y="354853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17138" y="3590211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8" name="Text 5"/>
          <p:cNvSpPr/>
          <p:nvPr/>
        </p:nvSpPr>
        <p:spPr>
          <a:xfrm>
            <a:off x="3346490" y="3624858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Subnet Masks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3346490" y="4105275"/>
            <a:ext cx="3857625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subnet mask is a 32-bit number used to divide an IP address into network and host portions. It is expressed in decimal form (e.g., 255.255.255.0).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426285" y="3548539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4758" y="3590211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2" name="Text 9"/>
          <p:cNvSpPr/>
          <p:nvPr/>
        </p:nvSpPr>
        <p:spPr>
          <a:xfrm>
            <a:off x="8148399" y="3624858"/>
            <a:ext cx="2221944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CIDR Notation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8148399" y="4105275"/>
            <a:ext cx="3857625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CIDR (Classless Inter-Domain Routing) notation represents the subnet mask using a prefix length, such as /24, which denotes the number of network bits in the address.</a:t>
            </a:r>
            <a:endParaRPr lang="en-US" sz="1750" dirty="0"/>
          </a:p>
        </p:txBody>
      </p:sp>
      <p:pic>
        <p:nvPicPr>
          <p:cNvPr id="1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624376" y="3309342"/>
            <a:ext cx="65227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does the subnet calculator do ??       (our project)</a:t>
            </a:r>
            <a:endParaRPr lang="en-US" sz="2187" dirty="0"/>
          </a:p>
        </p:txBody>
      </p:sp>
      <p:sp>
        <p:nvSpPr>
          <p:cNvPr id="5" name="Text 2"/>
          <p:cNvSpPr/>
          <p:nvPr/>
        </p:nvSpPr>
        <p:spPr>
          <a:xfrm>
            <a:off x="2624376" y="3878699"/>
            <a:ext cx="9381649" cy="10415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 The IP Subnet Calculator performs subnet calculations for the given network address block, subnet mask and determines the broadcast address, number of host and host range</a:t>
            </a:r>
            <a:endParaRPr lang="en-US" sz="2187" dirty="0"/>
          </a:p>
        </p:txBody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2024-01-11T13:38:34Z</dcterms:created>
  <dcterms:modified xsi:type="dcterms:W3CDTF">2024-01-11T13:38:34Z</dcterms:modified>
</cp:coreProperties>
</file>